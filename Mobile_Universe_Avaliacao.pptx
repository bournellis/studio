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C0F22"/>
          </a:solidFill>
          <a:ln w="12700">
            <a:solidFill>
              <a:srgbClr val="0C0F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0"/>
            <a:ext cx="3474720" cy="3474720"/>
          </a:xfrm>
          <a:prstGeom prst="ellipse">
            <a:avLst/>
          </a:prstGeom>
          <a:solidFill>
            <a:srgbClr val="EC4899">
              <a:alpha val="8000"/>
            </a:srgbClr>
          </a:solidFill>
          <a:ln w="12700">
            <a:solidFill>
              <a:srgbClr val="EC4899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14630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P1 - CONCEITO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Universe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Voce nao e o heroi.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Voce e o vilao.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mobile multi-partes — mago intergalactico malvado, cartoon gore, ecossistema unico com conta, base e progressao conectadas.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7D9"/>
                </a:solidFill>
              </a:rPr>
              <a:t>Avaliacao  -  18 Mai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FANTASIA CENTRAL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e o jogador?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4048" y="1463040"/>
            <a:ext cx="2633472" cy="3383280"/>
          </a:xfrm>
          <a:prstGeom prst="rect">
            <a:avLst/>
          </a:prstGeom>
          <a:solidFill>
            <a:srgbClr val="10142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63040"/>
            <a:ext cx="2633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591056"/>
            <a:ext cx="960120" cy="219456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910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PERSONAGEM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21208" y="1920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Vilao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O jogador e um mago intergalactico malvado. Comeca fraco e cresce ate se tornar uma ameaca cosmica.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Referencias: Sauron, Palpatine, Darth Vader, Morgott.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33472" cy="3383280"/>
          </a:xfrm>
          <a:prstGeom prst="rect">
            <a:avLst/>
          </a:prstGeom>
          <a:solidFill>
            <a:srgbClr val="101428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633472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91056"/>
            <a:ext cx="960120" cy="219456"/>
          </a:xfrm>
          <a:prstGeom prst="rect">
            <a:avLst/>
          </a:prstGeom>
          <a:solidFill>
            <a:srgbClr val="EC4899">
              <a:alpha val="3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910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UNIVERSO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Universo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Civilizacao hiper-avancada sem conexao com realidade humana. Seres de pura energia. Tradicao de magos caidos.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Lore profundo — quase nada revelado ao jogador no inicio.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08192" y="1463040"/>
            <a:ext cx="2633472" cy="3383280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463040"/>
            <a:ext cx="2633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591056"/>
            <a:ext cx="960120" cy="219456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5910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ESTETICA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45352" y="19202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Estilo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45352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Gore e sangue em estilo cartoon e animado. Sem realismo.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4C7D9"/>
                </a:solidFill>
              </a:rPr>
              <a:t>Violencia explicita com identidade visual distinta e memoravel. Estilo nao e horror — e espetaculo.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PRIMEIRO SLICE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esta sendo construido agora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444752"/>
            <a:ext cx="4114800" cy="3429000"/>
          </a:xfrm>
          <a:prstGeom prst="rect">
            <a:avLst/>
          </a:prstGeom>
          <a:solidFill>
            <a:srgbClr val="10142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44752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481328"/>
            <a:ext cx="1097280" cy="237744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81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1792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BASE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" y="21945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Tela de cidade com botoes animados (estilo Hero Wars)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Nao e grid de construcao — sem posicionamento livre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Upgrade de 1 arma, 3 spells e 2 passivas com level up simples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Progressao permanente — base nunca reseta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Recebe Almas vindas das vitorias PVP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Lista de amigos + guilda com ajuda leve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44752"/>
            <a:ext cx="4114800" cy="3429000"/>
          </a:xfrm>
          <a:prstGeom prst="rect">
            <a:avLst/>
          </a:prstGeom>
          <a:solidFill>
            <a:srgbClr val="101428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44752"/>
            <a:ext cx="41148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81328"/>
            <a:ext cx="1097280" cy="237744"/>
          </a:xfrm>
          <a:prstGeom prst="rect">
            <a:avLst/>
          </a:prstGeom>
          <a:solidFill>
            <a:srgbClr val="EC4899">
              <a:alpha val="4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481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PVP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1792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C7D9"/>
                </a:solidFill>
              </a:rPr>
              <a:t>AUTOBATTLER PVP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21945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Duelo assincrono contra jogador de poder semelhante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Apresentacao sidescroller — estilo Mortal Kombat classico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1 mago vs 1 mago — sem equipe de personagens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Vitoria gera Finalizacao brutal desbloqueavel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Vitoria concede Almas; derrota nao perde recursos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4C7D9"/>
                </a:solidFill>
              </a:rPr>
              <a:t>Recompensa decrescente ate zerar (anti-abuso por janela de tempo)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ROADMAP DOS MODOS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primeiro slice ao ecossistema completo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254203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426464"/>
            <a:ext cx="777240" cy="21945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26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SLICE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3776" y="17373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" y="21579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Hub permanente, upgrades, social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98448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98448"/>
            <a:ext cx="2542032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426464"/>
            <a:ext cx="777240" cy="219456"/>
          </a:xfrm>
          <a:prstGeom prst="rect">
            <a:avLst/>
          </a:prstGeom>
          <a:solidFill>
            <a:srgbClr val="EC4899">
              <a:alpha val="4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426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SLICE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64408" y="17373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Autobattler PVP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21579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Duelo assincrono sidescroller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25312" y="1298448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25312" y="1298448"/>
            <a:ext cx="25420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26464"/>
            <a:ext cx="777240" cy="219456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426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5040" y="17373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Autobattler PVE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21579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Campanha, arco narrativo, missoes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2971800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71800"/>
            <a:ext cx="254203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" y="3099816"/>
            <a:ext cx="777240" cy="219456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0998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3776" y="3410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Cardgame Roguelike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" y="38313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Run roguelike, progressao propria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2971800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971800"/>
            <a:ext cx="25420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3099816"/>
            <a:ext cx="777240" cy="219456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0998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64408" y="3410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Hero Defense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64408" y="38313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Tower defense, hordas, upgrades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25312" y="2971800"/>
            <a:ext cx="2542032" cy="1508760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5312" y="2971800"/>
            <a:ext cx="25420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099816"/>
            <a:ext cx="777240" cy="21945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0998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FUTURO+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35040" y="3410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World RPG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35040" y="38313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6B8"/>
                </a:solidFill>
              </a:rPr>
              <a:t>Mundo aberto, projeto maior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FLUXO DE ECONOMIA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os modos se conectam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627632"/>
            <a:ext cx="2560320" cy="1417320"/>
          </a:xfrm>
          <a:prstGeom prst="rect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7D9"/>
                </a:solidFill>
              </a:rPr>
              <a:t>Hub permanente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78BFA"/>
                </a:solidFill>
              </a:rPr>
              <a:t>arma / spells / passivas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2468880" cy="1234440"/>
          </a:xfrm>
          <a:prstGeom prst="rect">
            <a:avLst/>
          </a:prstGeom>
          <a:solidFill>
            <a:srgbClr val="101428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AUTOBATTLER PVP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7D9"/>
                </a:solidFill>
              </a:rPr>
              <a:t>Gera Almas ao vencer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6B8"/>
                </a:solidFill>
              </a:rPr>
              <a:t>Matchmaking por poder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2304288"/>
            <a:ext cx="347472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2167128"/>
            <a:ext cx="548640" cy="237744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1762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Almas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08960" y="2240280"/>
            <a:ext cx="137160" cy="137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719072"/>
            <a:ext cx="2468880" cy="1234440"/>
          </a:xfrm>
          <a:prstGeom prst="rect">
            <a:avLst/>
          </a:prstGeom>
          <a:solidFill>
            <a:srgbClr val="101428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9088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AUTOBATTLER PVE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8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7D9"/>
                </a:solidFill>
              </a:rPr>
              <a:t>Recursos fortes p/ 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19088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6B8"/>
                </a:solidFill>
              </a:rPr>
              <a:t>Conexao alta c/ Base Manager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304288"/>
            <a:ext cx="34747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2167128"/>
            <a:ext cx="685800" cy="237744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17627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Recursos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71216" y="2542032"/>
            <a:ext cx="34747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670048"/>
            <a:ext cx="548640" cy="201168"/>
          </a:xfrm>
          <a:prstGeom prst="rect">
            <a:avLst/>
          </a:prstGeom>
          <a:solidFill>
            <a:srgbClr val="080B1A"/>
          </a:solidFill>
          <a:ln w="12700">
            <a:solidFill>
              <a:srgbClr val="080B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6791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Poder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310128"/>
            <a:ext cx="8412480" cy="36576"/>
          </a:xfrm>
          <a:prstGeom prst="rect">
            <a:avLst/>
          </a:prstGeom>
          <a:solidFill>
            <a:srgbClr val="9096B8">
              <a:alpha val="40000"/>
            </a:srgbClr>
          </a:solidFill>
          <a:ln w="12700">
            <a:solidFill>
              <a:srgbClr val="9096B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401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6B8"/>
                </a:solidFill>
              </a:rPr>
              <a:t>Conexao leve  --  Level Global + bonus de base bem evoluida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730752"/>
            <a:ext cx="2542032" cy="658368"/>
          </a:xfrm>
          <a:prstGeom prst="rect">
            <a:avLst/>
          </a:prstGeom>
          <a:solidFill>
            <a:srgbClr val="10142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730752"/>
            <a:ext cx="254203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78561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C7D9"/>
                </a:solidFill>
              </a:rPr>
              <a:t>Cardgame Roguelike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154680" y="3730752"/>
            <a:ext cx="2542032" cy="658368"/>
          </a:xfrm>
          <a:prstGeom prst="rect">
            <a:avLst/>
          </a:prstGeom>
          <a:solidFill>
            <a:srgbClr val="1014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730752"/>
            <a:ext cx="254203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78561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C7D9"/>
                </a:solidFill>
              </a:rPr>
              <a:t>Hero Defense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25312" y="3730752"/>
            <a:ext cx="2542032" cy="658368"/>
          </a:xfrm>
          <a:prstGeom prst="rect">
            <a:avLst/>
          </a:prstGeom>
          <a:solidFill>
            <a:srgbClr val="1014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5312" y="3730752"/>
            <a:ext cx="2542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378561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C7D9"/>
                </a:solidFill>
              </a:rPr>
              <a:t>Open World RPG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ESTADO ATUAL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ja esta decidido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397764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DEFINIDO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773936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Primeiro slice: Autobattler PVP + Base Manager + amigos + guilda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075688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0824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PVP: duelo assincrono, um mago, variedade por arma/spells/passivas/skins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77440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22576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Apresentacao sidescroller estilo Mortal Kombat classico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679192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Finalizacoes brutais desbloqueaveis apos vitoria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980944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Vitoria concede Almas; derrota nao remove recursos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82696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27832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Recompensa decrescente por janela de tempo (anti-abuso)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584448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Base: tela c/ botoes animados, nao grid de construcao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886200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31336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Upgrades iniciais: 1 arma, 3 spells, 2 passivas (level up simples)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187952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33088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Plano PVP se transforma na primeira versao do Base 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4489704"/>
            <a:ext cx="12801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34840"/>
            <a:ext cx="3703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Modos futuros com progressao propria + bonus leves de base/Level Global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298448"/>
            <a:ext cx="411480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2984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DOCUMENTOS EXISTENTES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719072"/>
            <a:ext cx="4114800" cy="685800"/>
          </a:xfrm>
          <a:prstGeom prst="rect">
            <a:avLst/>
          </a:prstGeom>
          <a:solidFill>
            <a:srgbClr val="10142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73168" y="1792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gdd.md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GDD completo — modos, progressao, fluxo de recursos e conexao entre modos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523744"/>
            <a:ext cx="4114800" cy="685800"/>
          </a:xfrm>
          <a:prstGeom prst="rect">
            <a:avLst/>
          </a:prstGeom>
          <a:solidFill>
            <a:srgbClr val="10142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25968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pendencias.md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28712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14 blocos de decisoes abertas organizados por prioridade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328416"/>
            <a:ext cx="4114800" cy="685800"/>
          </a:xfrm>
          <a:prstGeom prst="rect">
            <a:avLst/>
          </a:prstGeom>
          <a:solidFill>
            <a:srgbClr val="10142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73168" y="3401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README.md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36758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Direcao atual, escopo do 1 slice e proximo passo documentado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133088"/>
            <a:ext cx="4114800" cy="685800"/>
          </a:xfrm>
          <a:prstGeom prst="rect">
            <a:avLst/>
          </a:prstGeom>
          <a:solidFill>
            <a:srgbClr val="101428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73168" y="4206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Estado_Atual.md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4480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Snapshot vivo do estudio com baseline atualizada do projeto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PENDENCIAS CRITICAS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Decisoes necessarias antes de producao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1389888"/>
            <a:ext cx="640080" cy="21945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389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Mecanica de batalha PVP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" y="177393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Sem regra de batalha definida — turnos, tempo simulado ou rodadas automaticas? Sem isso, nenhuma prototipagem e possivel.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98448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389888"/>
            <a:ext cx="640080" cy="21945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1389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Curva de Almas e janela de tempo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77393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A economia anti-abuso nao tem numeros. Sem formula, o balanceamento de retencao fica vago.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560320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56032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651760"/>
            <a:ext cx="640080" cy="21945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651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208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Identidade do primeiro mago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" y="303580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Nome, aparencia, tipo de magia, arma e spells iniciais ainda sem definicao. O primeiro slice nao tem personagem concreto.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56032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2651760"/>
            <a:ext cx="640080" cy="21945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651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Loop do Base Manager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00600" y="303580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Quais estruturas? Timers? Custos de level up? Sem loop claro: construir, esperar, coletar, melhorar.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3822192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822192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3913632"/>
            <a:ext cx="640080" cy="219456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9136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1208" y="3913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Infraestrutura mobile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1208" y="42976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Backend, conta, persistencia, matchmaking e anti-cheat minimo ainda indefinidos para um produto real.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822192"/>
            <a:ext cx="4114800" cy="1115568"/>
          </a:xfrm>
          <a:prstGeom prst="rect">
            <a:avLst/>
          </a:prstGeom>
          <a:solidFill>
            <a:srgbClr val="101428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822192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3913632"/>
            <a:ext cx="640080" cy="219456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39136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3913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Criterio de saida do conceito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00600" y="429768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7D9"/>
                </a:solidFill>
              </a:rPr>
              <a:t>Sem definicao de quando o projeto vira P0_IMPLEMENTACAO. Tecnologia alvo e repositorio ainda sem decisao.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AVALIACAO CRITICA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precisamos melhorar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254203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426464"/>
            <a:ext cx="822960" cy="201168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26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Nucleo de batalha ausente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207568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A mecanica central do PVP — como a batalha e simulada, processada e apresentada — nao foi definida. Sem isso, prototipagem real nao pode comecar.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29844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98448"/>
            <a:ext cx="254203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426464"/>
            <a:ext cx="822960" cy="201168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426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64408" y="17007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Economia sem numeros reais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07568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Curva de reducao de Almas e janela de tempo sao o proximo passo oficial — mas ainda sao vazios. Sem isso, retencao fica hipotetica.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25312" y="129844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25312" y="1298448"/>
            <a:ext cx="25420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26464"/>
            <a:ext cx="822960" cy="20116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426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5040" y="17007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Personagem sem identidade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07568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O mago e a peca central de todos os modos. Sem nome, visual, arma e spells, design de batalha e marketing ficam bloqueados.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94436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44368"/>
            <a:ext cx="25420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" y="3072384"/>
            <a:ext cx="822960" cy="20116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072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3776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Infraestrutura subestimada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" y="372160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Backend, matchmaking assincrono, conta, persistencia cloud e anti-cheat. Nenhuma decisao tecnica foi tomada. Risco alto.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94436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944368"/>
            <a:ext cx="25420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3072384"/>
            <a:ext cx="822960" cy="201168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072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64408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Criterio de saida indefinido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64408" y="372160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Sem gatilho formal para sair do P1_CONCEITO, e impossivel planejar quando e como alocar capacidade de producao.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25312" y="2944368"/>
            <a:ext cx="2542032" cy="1481328"/>
          </a:xfrm>
          <a:prstGeom prst="rect">
            <a:avLst/>
          </a:prstGeom>
          <a:solidFill>
            <a:srgbClr val="101428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5312" y="2944368"/>
            <a:ext cx="25420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072384"/>
            <a:ext cx="822960" cy="201168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072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35040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ainda abstrato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35040" y="372160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7D9"/>
                </a:solidFill>
              </a:rPr>
              <a:t>Nome, mundo, inimigos e tema ficional em aberto. Dificulta pitch, direcao de arte e comunicacao do projeto para parceiros ou investidores.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PROXIMOS PASSOS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Ordem recomendada de decisoes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80160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709928"/>
            <a:ext cx="54864" cy="201168"/>
          </a:xfrm>
          <a:prstGeom prst="rect">
            <a:avLst/>
          </a:prstGeom>
          <a:solidFill>
            <a:srgbClr val="9096B8"/>
          </a:solidFill>
          <a:ln w="12700">
            <a:solidFill>
              <a:srgbClr val="9096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Definir curva de Almas e janela de tempo (P01)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Proximo passo oficial. Desbloqueia o loop economico inteiro.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901952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54864" cy="201168"/>
          </a:xfrm>
          <a:prstGeom prst="rect">
            <a:avLst/>
          </a:prstGeom>
          <a:solidFill>
            <a:srgbClr val="9096B8"/>
          </a:solidFill>
          <a:ln w="12700">
            <a:solidFill>
              <a:srgbClr val="9096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20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Definir mecanica interna da batalha PVP (P01)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Regra simulavel em papel. Habilita prototipagem real do core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52374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53512"/>
            <a:ext cx="54864" cy="201168"/>
          </a:xfrm>
          <a:prstGeom prst="rect">
            <a:avLst/>
          </a:prstGeom>
          <a:solidFill>
            <a:srgbClr val="9096B8"/>
          </a:solidFill>
          <a:ln w="12700">
            <a:solidFill>
              <a:srgbClr val="9096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542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Criar identidade do primeiro mago (P02)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27980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Nome, tipo de magia, arma, spells iniciais e silhueta. Uma pagina.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14553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575304"/>
            <a:ext cx="54864" cy="201168"/>
          </a:xfrm>
          <a:prstGeom prst="rect">
            <a:avLst/>
          </a:prstGeom>
          <a:solidFill>
            <a:srgbClr val="9096B8"/>
          </a:solidFill>
          <a:ln w="12700">
            <a:solidFill>
              <a:srgbClr val="9096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163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Fechar o loop do Base Manager (P03)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34198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Estruturas na tela, custos de level up, ritmo de sessao.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7673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197096"/>
            <a:ext cx="54864" cy="201168"/>
          </a:xfrm>
          <a:prstGeom prst="rect">
            <a:avLst/>
          </a:prstGeom>
          <a:solidFill>
            <a:srgbClr val="9096B8"/>
          </a:solidFill>
          <a:ln w="12700">
            <a:solidFill>
              <a:srgbClr val="9096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785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Levantar requisitos de infraestrutura mobile (P05)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40416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Backend minimo, matchmaking, conta, persistencia, anti-cheat.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389120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4074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Definir criterio de saida do conceito (P14)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0120" y="4663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B8"/>
                </a:solidFill>
              </a:rPr>
              <a:t>Quando e como o projeto vira P0_IMPLEMENTACAO.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371600"/>
            <a:ext cx="4572000" cy="4572000"/>
          </a:xfrm>
          <a:prstGeom prst="ellipse">
            <a:avLst/>
          </a:prstGeom>
          <a:solidFill>
            <a:srgbClr val="EC4899">
              <a:alpha val="8000"/>
            </a:srgbClr>
          </a:solidFill>
          <a:ln w="12700">
            <a:solidFill>
              <a:srgbClr val="EC489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conceito esta solido.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e hora de resolver o nucleo.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7D9"/>
                </a:solidFill>
              </a:rPr>
              <a:t>Mobile Universe tem fantasia forte, modos bem pensados e ecossistema claro. Proximo passo: definir batalha PVP, curva de Almas e identidade do primeiro mago.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7D9"/>
                </a:solidFill>
              </a:rPr>
              <a:t>Mobile Universe  -  P1_CONCEITO  -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Universe — Avaliação do Projeto</dc:title>
  <dc:subject>PptxGenJS Presentation</dc:subject>
  <dc:creator>PptxGenJS</dc:creator>
  <cp:lastModifiedBy>PptxGenJS</cp:lastModifiedBy>
  <cp:revision>1</cp:revision>
  <dcterms:created xsi:type="dcterms:W3CDTF">2026-05-18T07:18:15Z</dcterms:created>
  <dcterms:modified xsi:type="dcterms:W3CDTF">2026-05-18T07:18:15Z</dcterms:modified>
</cp:coreProperties>
</file>